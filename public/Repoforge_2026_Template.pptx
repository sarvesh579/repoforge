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3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74DF5-AE80-C1F1-EA9E-D4FB8F57D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F01C1-5232-107A-325D-7A70B9B0D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53E50-A206-9485-F57B-5543C000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A1F19-97CF-8F5E-A363-554BD793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BC32E-9AA6-7A01-46D7-641DB8D5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43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29067-A20B-DD88-A64F-AE971ACB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696D-9E37-7F32-D88B-C6D911295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180D1-AB00-721A-976B-F3A1C5BF37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193682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0A430-4F61-22AF-EE6F-9D23DE63D345}"/>
              </a:ext>
            </a:extLst>
          </p:cNvPr>
          <p:cNvSpPr txBox="1"/>
          <p:nvPr userDrawn="1"/>
        </p:nvSpPr>
        <p:spPr>
          <a:xfrm>
            <a:off x="2950464" y="64823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XIE – CSI Student Chapter 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DCCE-83EE-0B05-D252-BAF50EDA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AB1D0-3BA5-BA3A-440E-0A3BD7724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9BBFC-47E7-E49A-FAAC-0F0A2B6D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1F51F-28F8-EBFE-FD9D-D1869D2C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21B63-966E-0FA1-A336-46AD35D3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636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6A70-D1E6-4CB3-6D6B-32BA24F7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2EE08-0BC4-3385-F5D0-ED2743710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41360-1E42-8E98-A267-1DC97DA22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73990-F40F-69A1-BD6A-47502A0C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F37F1-5E40-714B-3CF8-00A342D2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835BB-149B-0457-D70F-97EC0DC3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9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001CD-2815-3A8A-28DC-2BB7E9C1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0D0C9-74E8-7063-5215-E3444AF51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6C72F-0E47-103D-5504-9A01F5D39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48231-5B7D-9178-C266-82C0BAD23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6FF87-0693-D132-4EAC-07AB70B5A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D4500-5455-3FBE-18EF-92275B16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2383D-BD5C-EBC5-C83B-58E6FAFF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C6B12-5537-5363-25CA-20D42DC1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50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BC58-091C-F45D-D9B1-F059C61F6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34DAF-14C0-482B-0E48-18706197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F2BD1-CD5D-03E1-6181-399C4248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A90D0-0ED5-C4B0-141C-6E38A63B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54AF6-48FD-2C54-7153-05801846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31EB3-1A32-056C-8AA2-0258B06B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08CB8-F71F-DC30-0A66-6F815D27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12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29090-8C55-DF0B-8925-8562F519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82531-B8FA-538B-DEDF-9E84BACC9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2D92B-7DA1-03A3-3B8F-4ABB6E1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C1718-4EA0-1E3F-6A55-46F17B920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6C3AA-74B2-1354-640E-C3B01A00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444D5-F625-63D4-041D-02822DF2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90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1528-F431-3D68-5FB1-F0C2CFAC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F2CE2E-48F1-61A0-43B4-F8A704F1C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CF0C8-F0C0-93C1-5640-BA70665A3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0979A-0BC7-DC39-B69F-0FB024AB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0B596-884F-3A42-070B-B5AC8D80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2A20C-683E-F5FD-877F-FD0CF21A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753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9DEE9-E9FF-3390-EBD9-3D18DE537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2BBC2-1D69-F879-7F82-66AD9A479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116C8-BFF5-37C5-B093-2DF9D8C5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FAF85-821E-4991-0F6A-E5A0862B8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E6FED-5AA1-F9F8-F9B2-3211AA66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38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0922-6A82-8A7E-2766-E3ABF522D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C39DB-445F-6629-68AC-D398B7F2A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3D379-BFF9-649E-E68C-4AE6CE7C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44697-1C04-222D-96CA-1838F435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BF774-59EF-CD79-9463-6DDF1EB6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21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ED587-5BE2-7D0C-E2FF-3201AAC6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9A8D6-E824-911F-DB0E-B942ACC0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DDFA-7875-38D7-35CA-324552142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68AB4-1216-4769-A92D-9834AFEAE20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FE01F-11F1-69DC-0BFF-26D887021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B098-283D-F5FC-FB51-448249EBD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B22929-D359-659A-D064-F24BD840733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936" y="134357"/>
            <a:ext cx="1165672" cy="1170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E40353-C807-2412-3282-DAFF8A1CCCF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9906" y="180781"/>
            <a:ext cx="2132186" cy="8671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5428AF-486A-ADC0-79BF-C2DD9578545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biLevel thresh="7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46" y="61646"/>
            <a:ext cx="1576570" cy="11028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4F18BB-2DCD-E49A-618F-CAA3AB6BDCF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lum bright="70000" contrast="-70000"/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46238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7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5FA1F8-7A67-784C-6246-6E9A5CCB3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936" y="134357"/>
            <a:ext cx="1165672" cy="1170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B2924C-BB00-5F24-4AE6-35E557131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9906" y="180781"/>
            <a:ext cx="2132186" cy="86718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70BEF5B-AED1-3D61-7787-8D7D1F43DAA5}"/>
              </a:ext>
            </a:extLst>
          </p:cNvPr>
          <p:cNvSpPr txBox="1"/>
          <p:nvPr/>
        </p:nvSpPr>
        <p:spPr>
          <a:xfrm>
            <a:off x="1563624" y="1554480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Important Instructions</a:t>
            </a:r>
            <a:endParaRPr lang="en-IN" sz="2800" b="1" dirty="0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BAB0FB-6B35-D0B4-E69C-BEE3705A6CBA}"/>
              </a:ext>
            </a:extLst>
          </p:cNvPr>
          <p:cNvSpPr txBox="1"/>
          <p:nvPr/>
        </p:nvSpPr>
        <p:spPr>
          <a:xfrm>
            <a:off x="1078992" y="2295144"/>
            <a:ext cx="983894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Kindly use the given template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submitting your slide deck.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team is required to submit one slide deck.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the presentation should not be more than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slides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PPT as “TeamName.pptx”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before submission.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Note - Delete this slide (Important Instructions) before uploading this PPT.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E224DE-A28B-0A79-6770-2E1B475FE90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46" y="61646"/>
            <a:ext cx="1576570" cy="110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5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48DE866-301C-9AED-0125-C2D11443D8AA}"/>
              </a:ext>
            </a:extLst>
          </p:cNvPr>
          <p:cNvSpPr txBox="1"/>
          <p:nvPr/>
        </p:nvSpPr>
        <p:spPr>
          <a:xfrm>
            <a:off x="1563624" y="1554480"/>
            <a:ext cx="9025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CAB74C-AFD7-197D-D064-BC7430CB5FB7}"/>
              </a:ext>
            </a:extLst>
          </p:cNvPr>
          <p:cNvSpPr txBox="1"/>
          <p:nvPr/>
        </p:nvSpPr>
        <p:spPr>
          <a:xfrm>
            <a:off x="1078992" y="2295144"/>
            <a:ext cx="9838944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Name:</a:t>
            </a:r>
          </a:p>
          <a:p>
            <a:pPr marL="457200" lvl="0" indent="-4572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Leader: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No.:</a:t>
            </a:r>
          </a:p>
          <a:p>
            <a:pPr marL="457200" lvl="0" indent="-4572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</p:txBody>
      </p:sp>
    </p:spTree>
    <p:extLst>
      <p:ext uri="{BB962C8B-B14F-4D97-AF65-F5344CB8AC3E}">
        <p14:creationId xmlns:p14="http://schemas.microsoft.com/office/powerpoint/2010/main" val="2882756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6403E69-B6D2-DAC2-381B-5DCBC74FE0E8}"/>
              </a:ext>
            </a:extLst>
          </p:cNvPr>
          <p:cNvSpPr txBox="1"/>
          <p:nvPr/>
        </p:nvSpPr>
        <p:spPr>
          <a:xfrm>
            <a:off x="1563624" y="1554480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Title (Proposed Solution)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D4E835-360F-63C3-093C-006D04CCBD3D}"/>
              </a:ext>
            </a:extLst>
          </p:cNvPr>
          <p:cNvSpPr txBox="1"/>
          <p:nvPr/>
        </p:nvSpPr>
        <p:spPr>
          <a:xfrm>
            <a:off x="1078992" y="2295144"/>
            <a:ext cx="9838944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the proposed solution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of the solution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105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570C474-E276-31B3-0BB3-889C97947258}"/>
              </a:ext>
            </a:extLst>
          </p:cNvPr>
          <p:cNvSpPr txBox="1"/>
          <p:nvPr/>
        </p:nvSpPr>
        <p:spPr>
          <a:xfrm>
            <a:off x="1563624" y="1554480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sz="2800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77D689-8ECD-AB32-A952-06E9DB2E3D7B}"/>
              </a:ext>
            </a:extLst>
          </p:cNvPr>
          <p:cNvSpPr txBox="1"/>
          <p:nvPr/>
        </p:nvSpPr>
        <p:spPr>
          <a:xfrm>
            <a:off x="1078992" y="2295144"/>
            <a:ext cx="9838944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 (e.g. programming languages, frameworks, hardware)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process for implementation (Flow Charts/Images/ working prototype)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166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7AED9E8-DFD6-E37B-F292-277976982269}"/>
              </a:ext>
            </a:extLst>
          </p:cNvPr>
          <p:cNvSpPr txBox="1"/>
          <p:nvPr/>
        </p:nvSpPr>
        <p:spPr>
          <a:xfrm>
            <a:off x="1563624" y="1554480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Workflow/Wire Frame/Use Case</a:t>
            </a:r>
            <a:endParaRPr lang="en-IN" sz="2800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50BAA3-D893-885B-F288-47A55B0FBD61}"/>
              </a:ext>
            </a:extLst>
          </p:cNvPr>
          <p:cNvSpPr txBox="1"/>
          <p:nvPr/>
        </p:nvSpPr>
        <p:spPr>
          <a:xfrm>
            <a:off x="1078992" y="2295144"/>
            <a:ext cx="9838944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step-by-step workflow</a:t>
            </a:r>
          </a:p>
          <a:p>
            <a:pPr marL="342900" lvl="0" indent="-342900" algn="just" defTabSz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system visually</a:t>
            </a:r>
          </a:p>
          <a:p>
            <a:pPr marL="342900" lvl="0" indent="-342900" algn="just" defTabSz="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key components and interactions</a:t>
            </a:r>
            <a:endParaRPr kumimoji="0" lang="en-US" sz="24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44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A4B5531-0CDF-6AFB-1E0D-FD0E4AF23332}"/>
              </a:ext>
            </a:extLst>
          </p:cNvPr>
          <p:cNvSpPr txBox="1"/>
          <p:nvPr/>
        </p:nvSpPr>
        <p:spPr>
          <a:xfrm>
            <a:off x="1563624" y="1554480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sz="2800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FC389B-9245-D809-48A6-342C7C0C5356}"/>
              </a:ext>
            </a:extLst>
          </p:cNvPr>
          <p:cNvSpPr txBox="1"/>
          <p:nvPr/>
        </p:nvSpPr>
        <p:spPr>
          <a:xfrm>
            <a:off x="1078992" y="2295144"/>
            <a:ext cx="9838944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feasibility of the idea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Strategies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for overcoming these challenges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4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5F054C5-8744-6112-1C17-B998043C3503}"/>
              </a:ext>
            </a:extLst>
          </p:cNvPr>
          <p:cNvSpPr txBox="1"/>
          <p:nvPr/>
        </p:nvSpPr>
        <p:spPr>
          <a:xfrm>
            <a:off x="1563624" y="1554480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  <a:endParaRPr lang="en-IN" sz="2800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15F3B2-3609-507D-AA3A-7E3A929A21C2}"/>
              </a:ext>
            </a:extLst>
          </p:cNvPr>
          <p:cNvSpPr txBox="1"/>
          <p:nvPr/>
        </p:nvSpPr>
        <p:spPr>
          <a:xfrm>
            <a:off x="1078992" y="2295144"/>
            <a:ext cx="98389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noProof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noProof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noProof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noProof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/ Links of the reference and research work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198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100</TotalTime>
  <Words>185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Suthar</dc:creator>
  <cp:lastModifiedBy>Sarvesh Dabholkar</cp:lastModifiedBy>
  <cp:revision>9</cp:revision>
  <dcterms:created xsi:type="dcterms:W3CDTF">2026-09-04T10:43:29Z</dcterms:created>
  <dcterms:modified xsi:type="dcterms:W3CDTF">2026-09-07T04:11:11Z</dcterms:modified>
</cp:coreProperties>
</file>