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936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3" d="100"/>
          <a:sy n="93" d="100"/>
        </p:scale>
        <p:origin x="117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274DF5-AE80-C1F1-EA9E-D4FB8F57D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1F01C1-5232-107A-325D-7A70B9B0DB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B53E50-A206-9485-F57B-5543C0004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AA1F19-97CF-8F5E-A363-554BD7934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BC32E-9AA6-7A01-46D7-641DB8D59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743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29067-A20B-DD88-A64F-AE971ACBA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C2696D-9E37-7F32-D88B-C6D9112955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E180D1-AB00-721A-976B-F3A1C5BF374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6492874"/>
            <a:ext cx="12191999" cy="365126"/>
          </a:xfrm>
          <a:prstGeom prst="rect">
            <a:avLst/>
          </a:prstGeom>
          <a:solidFill>
            <a:srgbClr val="193682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40A430-4F61-22AF-EE6F-9D23DE63D345}"/>
              </a:ext>
            </a:extLst>
          </p:cNvPr>
          <p:cNvSpPr txBox="1"/>
          <p:nvPr userDrawn="1"/>
        </p:nvSpPr>
        <p:spPr>
          <a:xfrm>
            <a:off x="2950464" y="64823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</a:rPr>
              <a:t>XIE – CSI Student Chapter </a:t>
            </a:r>
            <a:endParaRPr lang="en-IN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570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3DCCE-83EE-0B05-D252-BAF50EDA7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7AB1D0-3BA5-BA3A-440E-0A3BD7724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9BBFC-47E7-E49A-FAAC-0F0A2B6D8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1F51F-28F8-EBFE-FD9D-D1869D2CF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221B63-966E-0FA1-A336-46AD35D37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61636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A6A70-D1E6-4CB3-6D6B-32BA24F7C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2EE08-0BC4-3385-F5D0-ED27437100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F41360-1E42-8E98-A267-1DC97DA22E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473990-F40F-69A1-BD6A-47502A0C6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EF37F1-5E40-714B-3CF8-00A342D26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6835BB-149B-0457-D70F-97EC0DC33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159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001CD-2815-3A8A-28DC-2BB7E9C16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80D0C9-74E8-7063-5215-E3444AF517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46C72F-0E47-103D-5504-9A01F5D39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48231-5B7D-9178-C266-82C0BAD23C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A6FF87-0693-D132-4EAC-07AB70B5A7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6D4500-5455-3FBE-18EF-92275B168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82383D-BD5C-EBC5-C83B-58E6FAFF4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7C6B12-5537-5363-25CA-20D42DC1D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35068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2BC58-091C-F45D-D9B1-F059C61F6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434DAF-14C0-482B-0E48-187061972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CF2BD1-CD5D-03E1-6181-399C4248D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0A90D0-0ED5-C4B0-141C-6E38A63B0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80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254AF6-48FD-2C54-7153-05801846F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531EB3-1A32-056C-8AA2-0258B06BA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A08CB8-F71F-DC30-0A66-6F815D27E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7912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29090-8C55-DF0B-8925-8562F5197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82531-B8FA-538B-DEDF-9E84BACC9F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2D92B-7DA1-03A3-3B8F-4ABB6E111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0C1718-4EA0-1E3F-6A55-46F17B920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46C3AA-74B2-1354-640E-C3B01A00A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8444D5-F625-63D4-041D-02822DF28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3900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61528-F431-3D68-5FB1-F0C2CFAC0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F2CE2E-48F1-61A0-43B4-F8A704F1C0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1CF0C8-F0C0-93C1-5640-BA70665A30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20979A-0BC7-DC39-B69F-0FB024AB1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A0B596-884F-3A42-070B-B5AC8D80B9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32A20C-683E-F5FD-877F-FD0CF21A7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17537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9DEE9-E9FF-3390-EBD9-3D18DE537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12BBC2-1D69-F879-7F82-66AD9A4790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116C8-BFF5-37C5-B093-2DF9D8C51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0FAF85-821E-4991-0F6A-E5A0862B8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E6FED-5AA1-F9F8-F9B2-3211AA66A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4385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370922-6A82-8A7E-2766-E3ABF522D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AC39DB-445F-6629-68AC-D398B7F2A4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3D379-BFF9-649E-E68C-4AE6CE7C7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C44697-1C04-222D-96CA-1838F435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BF774-59EF-CD79-9463-6DDF1EB68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7121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EED587-5BE2-7D0C-E2FF-3201AAC60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B9A8D6-E824-911F-DB0E-B942ACC09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D6DDFA-7875-38D7-35CA-324552142F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468AB4-1216-4769-A92D-9834AFEAE209}" type="datetimeFigureOut">
              <a:rPr lang="en-IN" smtClean="0"/>
              <a:t>06-09-2026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FE01F-11F1-69DC-0BFF-26D887021E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FB098-283D-F5FC-FB51-448249EBDC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261249-4AFB-493E-A2D5-735C17CB76C1}" type="slidenum">
              <a:rPr lang="en-IN" smtClean="0"/>
              <a:t>‹#›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8B22929-D359-659A-D064-F24BD840733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7936" y="134357"/>
            <a:ext cx="1165672" cy="11708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8E40353-C807-2412-3282-DAFF8A1CCCFF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29906" y="180781"/>
            <a:ext cx="2132186" cy="8671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5428AF-486A-ADC0-79BF-C2DD95785455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biLevel thresh="75000"/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946" y="61646"/>
            <a:ext cx="1576570" cy="11028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14F18BB-2DCD-E49A-618F-CAA3AB6BDCFF}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646238"/>
            <a:ext cx="41148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077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5FA1F8-7A67-784C-6246-6E9A5CCB3C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7936" y="134357"/>
            <a:ext cx="1165672" cy="11708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B2924C-BB00-5F24-4AE6-35E5571316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29906" y="180781"/>
            <a:ext cx="2132186" cy="867184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670BEF5B-AED1-3D61-7787-8D7D1F43DAA5}"/>
              </a:ext>
            </a:extLst>
          </p:cNvPr>
          <p:cNvSpPr txBox="1"/>
          <p:nvPr/>
        </p:nvSpPr>
        <p:spPr>
          <a:xfrm>
            <a:off x="1563624" y="1554480"/>
            <a:ext cx="9025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Important Instructions</a:t>
            </a:r>
            <a:endParaRPr lang="en-IN" sz="2800" b="1" dirty="0">
              <a:latin typeface="+mj-l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DBAB0FB-6B35-D0B4-E69C-BEE3705A6CBA}"/>
              </a:ext>
            </a:extLst>
          </p:cNvPr>
          <p:cNvSpPr txBox="1"/>
          <p:nvPr/>
        </p:nvSpPr>
        <p:spPr>
          <a:xfrm>
            <a:off x="1078992" y="2295144"/>
            <a:ext cx="98389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fontAlgn="base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Kindly use the given template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only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submitting your slide deck.</a:t>
            </a:r>
          </a:p>
          <a:p>
            <a:pPr marL="342900" lvl="0" indent="-342900" fontAlgn="base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Every team is required to submit one slide deck.</a:t>
            </a:r>
          </a:p>
          <a:p>
            <a:pPr marL="342900" lvl="0" indent="-342900" fontAlgn="base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size of the presentation should not be more than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slides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fontAlgn="base">
              <a:buFont typeface="Arial" panose="020B0604020202020204" pitchFamily="34" charset="0"/>
              <a:buChar char="•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00000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Note - Delete this slide (Important Instructions) before uploading this PPT.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fontAlgn="base">
              <a:buFont typeface="Arial" panose="020B0604020202020204" pitchFamily="34" charset="0"/>
              <a:buChar char="•"/>
            </a:pP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E224DE-A28B-0A79-6770-2E1B475FE908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946" y="61646"/>
            <a:ext cx="1576570" cy="1102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3551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248DE866-301C-9AED-0125-C2D11443D8AA}"/>
              </a:ext>
            </a:extLst>
          </p:cNvPr>
          <p:cNvSpPr txBox="1"/>
          <p:nvPr/>
        </p:nvSpPr>
        <p:spPr>
          <a:xfrm>
            <a:off x="1563624" y="1554480"/>
            <a:ext cx="90251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Team Details</a:t>
            </a:r>
            <a:endParaRPr lang="en-IN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CAB74C-AFD7-197D-D064-BC7430CB5FB7}"/>
              </a:ext>
            </a:extLst>
          </p:cNvPr>
          <p:cNvSpPr txBox="1"/>
          <p:nvPr/>
        </p:nvSpPr>
        <p:spPr>
          <a:xfrm>
            <a:off x="1078992" y="2295144"/>
            <a:ext cx="9838944" cy="22419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rtl="0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0" i="0" u="none" strike="noStrike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Team Name:</a:t>
            </a:r>
          </a:p>
          <a:p>
            <a:pPr marL="457200" lvl="0" indent="-457200" rtl="0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0" i="0" u="none" strike="noStrike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Team Leader: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rtl="0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0" i="0" u="none" strike="noStrike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No.:</a:t>
            </a:r>
          </a:p>
          <a:p>
            <a:pPr marL="457200" lvl="0" indent="-457200" rtl="0" fontAlgn="base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400" b="0" i="0" u="none" strike="noStrike" kern="12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Team Members:</a:t>
            </a:r>
          </a:p>
        </p:txBody>
      </p:sp>
    </p:spTree>
    <p:extLst>
      <p:ext uri="{BB962C8B-B14F-4D97-AF65-F5344CB8AC3E}">
        <p14:creationId xmlns:p14="http://schemas.microsoft.com/office/powerpoint/2010/main" val="28827562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6403E69-B6D2-DAC2-381B-5DCBC74FE0E8}"/>
              </a:ext>
            </a:extLst>
          </p:cNvPr>
          <p:cNvSpPr txBox="1"/>
          <p:nvPr/>
        </p:nvSpPr>
        <p:spPr>
          <a:xfrm>
            <a:off x="1563624" y="1554480"/>
            <a:ext cx="9025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Idea Title (Proposed Solution)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D4E835-360F-63C3-093C-006D04CCBD3D}"/>
              </a:ext>
            </a:extLst>
          </p:cNvPr>
          <p:cNvSpPr txBox="1"/>
          <p:nvPr/>
        </p:nvSpPr>
        <p:spPr>
          <a:xfrm>
            <a:off x="1078992" y="2295144"/>
            <a:ext cx="9838944" cy="2795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Detailed explanation of the proposed solution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addresses the problem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 and uniqueness of the solution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8105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B570C474-E276-31B3-0BB3-889C97947258}"/>
              </a:ext>
            </a:extLst>
          </p:cNvPr>
          <p:cNvSpPr txBox="1"/>
          <p:nvPr/>
        </p:nvSpPr>
        <p:spPr>
          <a:xfrm>
            <a:off x="1563624" y="1554480"/>
            <a:ext cx="9025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  <a:endParaRPr lang="en-IN" sz="2800" b="1" dirty="0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77D689-8ECD-AB32-A952-06E9DB2E3D7B}"/>
              </a:ext>
            </a:extLst>
          </p:cNvPr>
          <p:cNvSpPr txBox="1"/>
          <p:nvPr/>
        </p:nvSpPr>
        <p:spPr>
          <a:xfrm>
            <a:off x="1078992" y="2295144"/>
            <a:ext cx="9838944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to be used (e.g. programming languages, frameworks, hardware)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 and process for implementation (Flow Charts/Images/ working prototype)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21666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97AED9E8-DFD6-E37B-F292-277976982269}"/>
              </a:ext>
            </a:extLst>
          </p:cNvPr>
          <p:cNvSpPr txBox="1"/>
          <p:nvPr/>
        </p:nvSpPr>
        <p:spPr>
          <a:xfrm>
            <a:off x="1563624" y="1554480"/>
            <a:ext cx="9025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Workflow/Wire Frame/Use Case</a:t>
            </a:r>
            <a:endParaRPr lang="en-IN" sz="2800" b="1" dirty="0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50BAA3-D893-885B-F288-47A55B0FBD61}"/>
              </a:ext>
            </a:extLst>
          </p:cNvPr>
          <p:cNvSpPr txBox="1"/>
          <p:nvPr/>
        </p:nvSpPr>
        <p:spPr>
          <a:xfrm>
            <a:off x="1078992" y="2295144"/>
            <a:ext cx="9838944" cy="3349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 defTabSz="4572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 the step-by-step workflow</a:t>
            </a:r>
          </a:p>
          <a:p>
            <a:pPr marL="342900" lvl="0" indent="-342900" algn="just" defTabSz="4572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 the system visually</a:t>
            </a:r>
          </a:p>
          <a:p>
            <a:pPr marL="342900" lvl="0" indent="-342900" algn="just" defTabSz="45720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Highlight the key components and interactions</a:t>
            </a:r>
            <a:endParaRPr kumimoji="0" lang="en-US" sz="24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9445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5A4B5531-0CDF-6AFB-1E0D-FD0E4AF23332}"/>
              </a:ext>
            </a:extLst>
          </p:cNvPr>
          <p:cNvSpPr txBox="1"/>
          <p:nvPr/>
        </p:nvSpPr>
        <p:spPr>
          <a:xfrm>
            <a:off x="1563624" y="1554480"/>
            <a:ext cx="9025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  <a:endParaRPr lang="en-IN" sz="2800" b="1" dirty="0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FC389B-9245-D809-48A6-342C7C0C5356}"/>
              </a:ext>
            </a:extLst>
          </p:cNvPr>
          <p:cNvSpPr txBox="1"/>
          <p:nvPr/>
        </p:nvSpPr>
        <p:spPr>
          <a:xfrm>
            <a:off x="1078992" y="2295144"/>
            <a:ext cx="9838944" cy="39039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 of the feasibility of the idea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40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Strategies</a:t>
            </a:r>
            <a:r>
              <a:rPr kumimoji="0" lang="en-US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 for overcoming these challenges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36452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65F054C5-8744-6112-1C17-B998043C3503}"/>
              </a:ext>
            </a:extLst>
          </p:cNvPr>
          <p:cNvSpPr txBox="1"/>
          <p:nvPr/>
        </p:nvSpPr>
        <p:spPr>
          <a:xfrm>
            <a:off x="1563624" y="1554480"/>
            <a:ext cx="902512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  <a:endParaRPr lang="en-IN" sz="2800" b="1" dirty="0">
              <a:latin typeface="+mj-lt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F15F3B2-3609-507D-AA3A-7E3A929A21C2}"/>
              </a:ext>
            </a:extLst>
          </p:cNvPr>
          <p:cNvSpPr txBox="1"/>
          <p:nvPr/>
        </p:nvSpPr>
        <p:spPr>
          <a:xfrm>
            <a:off x="1078992" y="2295144"/>
            <a:ext cx="983894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400" noProof="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400" noProof="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400" noProof="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lang="en-US" sz="2400" noProof="0" dirty="0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400" noProof="0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Details / Links of the reference and research work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imes New Roman" panose="02020603050405020304" pitchFamily="18" charset="0"/>
              <a:ea typeface="ＭＳ Ｐゴシック" pitchFamily="1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198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Dark Gradient</Template>
  <TotalTime>100</TotalTime>
  <Words>173</Words>
  <Application>Microsoft Office PowerPoint</Application>
  <PresentationFormat>Widescreen</PresentationFormat>
  <Paragraphs>39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Dinesh Suthar</dc:creator>
  <cp:lastModifiedBy>Sarvesh Dabholkar</cp:lastModifiedBy>
  <cp:revision>8</cp:revision>
  <dcterms:created xsi:type="dcterms:W3CDTF">2026-09-04T10:43:29Z</dcterms:created>
  <dcterms:modified xsi:type="dcterms:W3CDTF">2026-09-06T10:12:54Z</dcterms:modified>
</cp:coreProperties>
</file>